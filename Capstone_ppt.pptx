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61" r:id="rId4"/>
    <p:sldId id="263" r:id="rId5"/>
    <p:sldId id="265" r:id="rId6"/>
    <p:sldId id="279" r:id="rId7"/>
    <p:sldId id="280" r:id="rId8"/>
    <p:sldId id="281" r:id="rId9"/>
    <p:sldId id="271" r:id="rId10"/>
    <p:sldId id="272" r:id="rId11"/>
    <p:sldId id="287" r:id="rId12"/>
    <p:sldId id="288" r:id="rId13"/>
    <p:sldId id="282" r:id="rId14"/>
    <p:sldId id="285" r:id="rId15"/>
    <p:sldId id="286" r:id="rId16"/>
    <p:sldId id="277" r:id="rId17"/>
    <p:sldId id="284" r:id="rId18"/>
    <p:sldId id="278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-1590" y="-3060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02-Feb-26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4380" y="2378075"/>
            <a:ext cx="1105979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Exploratory Data Analysis and Visualization of Diabetes Prediction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0701" y="4561541"/>
            <a:ext cx="116713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Submitted By:                                                                            Guided By:                                                                            </a:t>
            </a: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C. Jasvina(192324026)                                                            Dr. Kumaragurubaran T</a:t>
            </a:r>
          </a:p>
          <a:p>
            <a:r>
              <a:rPr lang="en-US" sz="24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P. Mohitha(192324025)                                                            Dr. Senthilvadivu S</a:t>
            </a:r>
          </a:p>
        </p:txBody>
      </p:sp>
      <p:pic>
        <p:nvPicPr>
          <p:cNvPr id="6" name="Picture 5" descr="SSE-Computer Science and Engineer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52" y="272280"/>
            <a:ext cx="11415607" cy="1526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11705" y="3607435"/>
            <a:ext cx="75679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28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DSA0613- Data Handling and Data Visualization for Data Analytics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42080" y="530225"/>
            <a:ext cx="44551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ABSTRACT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8935" y="157316"/>
            <a:ext cx="1283281" cy="1586575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391" y="3379"/>
            <a:ext cx="2026819" cy="142214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901699" y="2159000"/>
            <a:ext cx="99949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Diabetes is a major health problem, and analyzing medical data helps in identifying important risk factors associated with the disease.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This project performs Exploratory Data Analysis (EDA) on a diabetes dataset using preprocessing and visualization techniques.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Visualizations such as histograms, boxplots, scatter plots, correlation heatmaps, and PCA are used to study distributions and relationships among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analysis identifies glucose as the most influential factor, with BMI and age also contributing to diabetes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02000" y="734783"/>
            <a:ext cx="50038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PROBLEM STATEMENT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9605" y="2293151"/>
            <a:ext cx="10767695" cy="3761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Diabetes datasets contain multiple medical attributes, but raw data often includes missing values, zero entries, and outliers that affect analysis accuracy.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Without proper exploratory data analysis, understanding data distributions and key patterns related to diabetes becomes difficult.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Identifying relationships between health parameters such as glucose, BMI, age, and diabetes outcome is challenging using only numerical data.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34" charset="0"/>
                <a:cs typeface="Times New Roman" panose="02020603050405020304" pitchFamily="34" charset="0"/>
              </a:rPr>
              <a:t>There is a need for effective data preprocessing and visualization techniques to extract meaningful insights from diabetes prediction datasets.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8556" y="150301"/>
            <a:ext cx="1513489" cy="1169257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464" y="150301"/>
            <a:ext cx="1816960" cy="1169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8915" y="541655"/>
            <a:ext cx="4401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OBJECTIVES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3792C81-DECE-87BA-0DAF-338AC3F4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2260599"/>
            <a:ext cx="10325100" cy="3916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diabetes dataset by handling missing values and outliers.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distribution of key health parameters such as Glucose, BMI, Age, Insulin, and Blood Pressure.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relationships between medical attributes and diabetes outcome using suitable plots.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influential factors associated with diabetes through exploratory data analysis and visualization techniques.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SIGNIFICANCE OF THE STUDY</a:t>
            </a: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90599" y="2489198"/>
            <a:ext cx="9296401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Helps in understanding important health factors associated with diabetes through data analysis.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Provides clear visual insights into complex medical data, making interpretation easier.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Highlights the importance of exploratory data analysis before applying predictive models.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Supports data-driven decision making in healthcare analytics and research.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CE23-93AE-D6D0-119C-9E52AB70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D3196-2D23-47F5-7E14-6465042BBC46}"/>
              </a:ext>
            </a:extLst>
          </p:cNvPr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US" altLang="en-IN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EFA71F-5855-366D-F2C8-E20D5DA1A80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AAB828-2765-5A1C-4237-BDC3366E2C7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4F82E0-009C-E907-F795-4F6099D1FBFA}"/>
              </a:ext>
            </a:extLst>
          </p:cNvPr>
          <p:cNvSpPr txBox="1"/>
          <p:nvPr/>
        </p:nvSpPr>
        <p:spPr>
          <a:xfrm>
            <a:off x="990599" y="2489199"/>
            <a:ext cx="9918701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focuses on exploratory data analysis and visualization of a diabetes prediction dataset.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Analysis is limited to key attributes such as Glucose, BMI, Age, Insulin, Blood Pressure, and Outcome.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Both univariate and multivariate visualization techniques are applied to study data patterns and relationships.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study is performed using R programming and does not include predictive or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372776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7CC2-33BB-10B0-0A65-E65E86A8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A59CD5-27DC-7E06-43ED-64EAF4F666D2}"/>
              </a:ext>
            </a:extLst>
          </p:cNvPr>
          <p:cNvSpPr txBox="1"/>
          <p:nvPr/>
        </p:nvSpPr>
        <p:spPr>
          <a:xfrm>
            <a:off x="3492500" y="571500"/>
            <a:ext cx="45497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METHODOLOGY</a:t>
            </a:r>
            <a:endParaRPr lang="en-US" altLang="en-IN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838A6-10FE-3BAD-D291-A7CC4AE4665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1D896B-C4A9-46C6-479D-ED63F6FD6E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04DEA0-B9EE-5B93-7994-66D231DD4CF0}"/>
              </a:ext>
            </a:extLst>
          </p:cNvPr>
          <p:cNvSpPr txBox="1"/>
          <p:nvPr/>
        </p:nvSpPr>
        <p:spPr>
          <a:xfrm>
            <a:off x="990599" y="2489199"/>
            <a:ext cx="95377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follows a two-module approach.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 1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: Exploratory Data Analysis and distribution visualization of diabetes data.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Module 2</a:t>
            </a: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: Relationship analysis and multivariate visualization of diabetes outcome.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cleaning, preprocessing, statistical analysis, and visualization are performed entirely in 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Results from both modules are combined to identify key factors associated with diabetes.</a:t>
            </a:r>
          </a:p>
        </p:txBody>
      </p:sp>
    </p:spTree>
    <p:extLst>
      <p:ext uri="{BB962C8B-B14F-4D97-AF65-F5344CB8AC3E}">
        <p14:creationId xmlns:p14="http://schemas.microsoft.com/office/powerpoint/2010/main" val="94171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FD6D-D1C6-6F9C-08C9-89B506F39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A901CA-E94B-A61A-5CA0-C8A730FE72BD}"/>
              </a:ext>
            </a:extLst>
          </p:cNvPr>
          <p:cNvSpPr txBox="1"/>
          <p:nvPr/>
        </p:nvSpPr>
        <p:spPr>
          <a:xfrm>
            <a:off x="2578100" y="666428"/>
            <a:ext cx="6083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IN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SYSTEM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75674-F8C1-9AD6-8730-F4961BAE3A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8363E7-2EC9-437C-7E4E-CDA086C0B7C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7A540-63AD-A010-A9A5-335B67CB0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1649344"/>
            <a:ext cx="7556500" cy="48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0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6701" y="546100"/>
            <a:ext cx="6727190" cy="57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32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169" y="262093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61" y="139412"/>
            <a:ext cx="1797539" cy="1509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15CC6F-5012-EB47-1915-CE57FB33F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900" y="2056031"/>
            <a:ext cx="9740900" cy="41209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RStudio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Dpylr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Corrplot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8525250-5C32-3F68-2A6A-1D6FD529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0"/>
            <a:ext cx="6261100" cy="1549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C60EB4-6A1C-EB22-C330-A26B64CB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800" y="2006599"/>
            <a:ext cx="10414000" cy="41703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and explores the diabetes dataset to understand its structure and features.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the data by handling missing values and invalid entries.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descriptive statistics for key health attributes.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histograms, boxplots, and density plots to visualize feature distributions and detect outliers.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skewness and variability in medical attributes.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a clean and reliable dataset for further relationship analysis in Module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208D80-1821-A528-66CB-42E4C8C6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79" y="1656631"/>
            <a:ext cx="5882896" cy="1944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A09C6F-3AB2-86C6-3A9F-EF8E24426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1" y="1556104"/>
            <a:ext cx="4666119" cy="2518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DF13CB-98EE-1A3D-3030-BAE69589E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478" y="4329404"/>
            <a:ext cx="6095499" cy="2357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AD5C56-CC9D-96C3-6162-CE8216DFDA9F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E36A04-223A-C4A5-D405-B900DD589DF9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9413C2-502C-C75D-D5CC-EC8451982E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01" y="4516758"/>
            <a:ext cx="4736198" cy="21697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8F9FBBF-6AD6-0B2B-E1CA-6C467973C3C4}"/>
              </a:ext>
            </a:extLst>
          </p:cNvPr>
          <p:cNvSpPr txBox="1"/>
          <p:nvPr/>
        </p:nvSpPr>
        <p:spPr>
          <a:xfrm>
            <a:off x="4217437" y="458985"/>
            <a:ext cx="51528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666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F662A2-1598-67CD-5DD5-7353A65C54B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A3EBD0-517E-A3D8-E8DF-0981CF5B093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B26ECD-EF11-F9C5-8F15-2E8BCF4DE1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86" y="2141834"/>
            <a:ext cx="3132504" cy="17245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A855B3-A38C-0D55-E57E-3A23001C5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078" y="2286001"/>
            <a:ext cx="3555990" cy="1884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C20675-6EE0-579C-41D4-7C038D0F6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1184" y="2141834"/>
            <a:ext cx="2743394" cy="19527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34717D-D64C-BDF2-9482-7A85C92D3C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8065" y="4326476"/>
            <a:ext cx="4087003" cy="225004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E6D593-48BF-11DD-93FB-B60CE28F3C7B}"/>
              </a:ext>
            </a:extLst>
          </p:cNvPr>
          <p:cNvSpPr txBox="1"/>
          <p:nvPr/>
        </p:nvSpPr>
        <p:spPr>
          <a:xfrm>
            <a:off x="3853543" y="430765"/>
            <a:ext cx="5311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 OUTPUT</a:t>
            </a:r>
          </a:p>
        </p:txBody>
      </p:sp>
    </p:spTree>
    <p:extLst>
      <p:ext uri="{BB962C8B-B14F-4D97-AF65-F5344CB8AC3E}">
        <p14:creationId xmlns:p14="http://schemas.microsoft.com/office/powerpoint/2010/main" val="43088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3F3C-D3B3-35BE-9FCF-B966FB93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31F605-946F-847B-383D-6F572C5708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11D9CB-4E19-5592-6B3E-C5C6EC45B2A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859F946-3F5A-D36D-BCA3-F9F69CE0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0"/>
            <a:ext cx="6261100" cy="15494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383689-9C68-176C-6E37-8A5BFB038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66300" cy="43211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analyzing relationships between health attributes and diabetes outcome.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scatter plots to study interactions between Glucose, BMI, Age, and Outcome.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associations between variables to identify influential factors related to diabetes.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correlation analysis and multivariate visualization to understand feature interdependencies.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distinguish patterns between diabetic and non-diabetic cases.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deeper insight beyond individual feature analysis.</a:t>
            </a:r>
          </a:p>
        </p:txBody>
      </p:sp>
    </p:spTree>
    <p:extLst>
      <p:ext uri="{BB962C8B-B14F-4D97-AF65-F5344CB8AC3E}">
        <p14:creationId xmlns:p14="http://schemas.microsoft.com/office/powerpoint/2010/main" val="3628760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CA78E-0C61-5519-EBAF-106B7C006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FE63A7-DFD6-DAAF-710F-ABFF5284A8A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634B60-0570-F2D6-A098-CE66D57F53D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C6EA583-B8EB-FC9D-462E-9F63FCA1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B2961F6-2086-AC61-DC60-3541AD9A26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3794"/>
            <a:ext cx="5181600" cy="3275000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3901F3D-690A-8063-B199-EC6453D27E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702996"/>
            <a:ext cx="5181600" cy="2596596"/>
          </a:xfrm>
        </p:spPr>
      </p:pic>
    </p:spTree>
    <p:extLst>
      <p:ext uri="{BB962C8B-B14F-4D97-AF65-F5344CB8AC3E}">
        <p14:creationId xmlns:p14="http://schemas.microsoft.com/office/powerpoint/2010/main" val="2334975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3EF5-14AD-1831-01B7-09471B10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74A767-16DB-310E-14EE-6EB79F7B27D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304" y="133188"/>
            <a:ext cx="1248231" cy="117341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C61AB6-2F6E-14E0-0E03-993CB70FD18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435" y="0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7F9C267-A7B3-4F29-F7BF-CF08DC05E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 OUTPUT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FA6ADBB-BEC5-8AE6-978A-52D307308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209" y="1254574"/>
            <a:ext cx="4057556" cy="299316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6756BC-5231-10F3-AFB8-24299FEE3B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396" y="4318000"/>
            <a:ext cx="3372321" cy="23339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32C60D-23DD-3D17-5E1C-595A454C45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35" y="1671729"/>
            <a:ext cx="3665925" cy="25371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3BA4AA-AC3F-B587-831E-337D9AC079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284" y="1543726"/>
            <a:ext cx="3665925" cy="25371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0B4C2B5-6060-361C-5682-40D61393B6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349" y="4265266"/>
            <a:ext cx="3498451" cy="242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67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790700" y="2311400"/>
            <a:ext cx="90170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Gained hands-on experience in data cleaning, preprocessing, and exploratory data analysis using 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Learned to visualize data distributions and relationships using appropriate plots and charts.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Developed the ability to interpret medical data and identify key factors associated with diabetes.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Improved analytical thinking and understanding of visualization-driven data analysis in healthcare.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31440" y="624205"/>
            <a:ext cx="735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74FE-6747-540D-C583-1AE8AF6E9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9FB4A83-BDDC-F643-D4FA-114521460B4B}"/>
              </a:ext>
            </a:extLst>
          </p:cNvPr>
          <p:cNvSpPr txBox="1"/>
          <p:nvPr/>
        </p:nvSpPr>
        <p:spPr>
          <a:xfrm>
            <a:off x="1384300" y="2311400"/>
            <a:ext cx="94234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The project successfully explored and visualized the diabetes prediction dataset using exploratory data analysis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Data preprocessing and visualization helped in understanding feature distributions, patterns, and outliers.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Relationship analysis highlighted glucose as the most influential factor associated with diabetes.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Overall, the study demonstrates the importance of EDA and visualization in healthcare data analysis.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B217D567-4F52-4A80-6F08-2A4A170124A2}"/>
              </a:ext>
            </a:extLst>
          </p:cNvPr>
          <p:cNvSpPr txBox="1"/>
          <p:nvPr/>
        </p:nvSpPr>
        <p:spPr>
          <a:xfrm>
            <a:off x="2631440" y="624205"/>
            <a:ext cx="735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GB" sz="3200" b="1" dirty="0">
              <a:latin typeface="Times New Roman" panose="02020603050405020304" pitchFamily="34" charset="0"/>
              <a:cs typeface="Times New Roman" panose="020206030504050203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09A817-4A50-FEF2-BD8E-3029EB3983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9CD055-2173-532F-6BE8-E2CE3968CC8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3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823595" y="1686560"/>
            <a:ext cx="11012170" cy="4879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Kumar, R., &amp; Verma, S. (2023). Exploratory Data Analysis Techniques for Healthcare Datasets. International Journal of Data Science and Analytics, 16(2), 95–104.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Patel, A., &amp; Shah, N. (2024). Statistical Analysis and Visualization of Diabetes Prediction Data. International Journal of Medical Informatics, 19(1), 48–56.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Singh, D., &amp; Kaur, H. (2023). Visualization of Diabetes Risk Factors Using R Programming. International Journal of Healthcare Information Systems, 10(1), 41–48.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Joshi, M., &amp; Kulkarni, P. (2024). Data Wrangling and Descriptive Statistical Analysis for Clinical Datasets. International Journal of Advanced Computer Science and Applications, 15(5), 198–205.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Times New Roman" panose="02020603050405020304" pitchFamily="34" charset="0"/>
                <a:cs typeface="Times New Roman" panose="02020603050405020304" pitchFamily="34" charset="0"/>
              </a:rPr>
              <a:t>Mehta, A., &amp; Rao, S. (2025). Histogram, Boxplot, and Density Plot Techniques for Healthcare Data Exploration. Journal of Medical Data Analytics, 4(1), 12–20. 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4984" y="183988"/>
            <a:ext cx="1248231" cy="1173416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3705" y="51435"/>
            <a:ext cx="1598295" cy="14395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6"/>
          <p:cNvSpPr txBox="1"/>
          <p:nvPr/>
        </p:nvSpPr>
        <p:spPr>
          <a:xfrm>
            <a:off x="4721225" y="612140"/>
            <a:ext cx="274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 sz="2800" b="1" dirty="0">
                <a:latin typeface="Times New Roman" panose="02020603050405020304" pitchFamily="34" charset="0"/>
                <a:cs typeface="Times New Roman" panose="02020603050405020304" pitchFamily="34" charset="0"/>
              </a:rPr>
              <a:t>REFERENCE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-635" y="0"/>
            <a:ext cx="1219327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922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MODULE-1</vt:lpstr>
      <vt:lpstr>PowerPoint Presentation</vt:lpstr>
      <vt:lpstr>PowerPoint Presentation</vt:lpstr>
      <vt:lpstr>MODULE-2</vt:lpstr>
      <vt:lpstr>MODULE-2</vt:lpstr>
      <vt:lpstr>MODULE-2 OUTPUT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PAPUDESI MOHITHA</dc:creator>
  <cp:lastModifiedBy>PAPUDESI MOHITHA</cp:lastModifiedBy>
  <cp:revision>24</cp:revision>
  <dcterms:created xsi:type="dcterms:W3CDTF">2025-07-23T00:59:00Z</dcterms:created>
  <dcterms:modified xsi:type="dcterms:W3CDTF">2026-02-02T10:46:16Z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F7B4C8FA10B04D9EB64E63201A2AB588_13</vt:lpwstr>
  </property>
  <property fmtid="{D5CDD505-2E9C-101B-9397-08002B2CF9AE}" pid="3" name="KSOProductBuildVer">
    <vt:lpwstr>2057-12.2.0.23158</vt:lpwstr>
  </property>
</Properties>
</file>